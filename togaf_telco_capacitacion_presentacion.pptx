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Arquitecto de Soluciones 2025 – Telco y TOGAF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Capacitación profesional</a:t>
            </a:r>
          </a:p>
          <a:p>
            <a:r>
              <a:t>Microservicios • OCI • TOGAF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Curso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Diseñar soluciones Telco reales</a:t>
            </a:r>
          </a:p>
          <a:p>
            <a:r>
              <a:t>• Aplicar TOGAF</a:t>
            </a:r>
          </a:p>
          <a:p>
            <a:r>
              <a:t>• Tomar decisiones arquitectónicas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Temas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DRP • Event-driven • API Governance • Observabilidad • FinOps • Multi-región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